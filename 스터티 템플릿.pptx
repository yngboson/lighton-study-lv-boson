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38AC66-DFD7-D74B-A261-04A31C3C3E37}" v="2" dt="2026-09-16T13:08:56.7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72"/>
    <p:restoredTop sz="94613"/>
  </p:normalViewPr>
  <p:slideViewPr>
    <p:cSldViewPr snapToGrid="0">
      <p:cViewPr varScale="1">
        <p:scale>
          <a:sx n="93" d="100"/>
          <a:sy n="93" d="100"/>
        </p:scale>
        <p:origin x="224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402C3D-9A5C-594A-8D42-1D02D78E7BA9}" type="datetimeFigureOut">
              <a:rPr kumimoji="1" lang="ko-KR" altLang="en-US" smtClean="0"/>
              <a:t>2026. 9. 16.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978BA5-E153-774A-8257-E88E1738900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64262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배터리 팩과 모터를 </a:t>
            </a:r>
            <a:r>
              <a:rPr kumimoji="1" lang="ko-KR" altLang="en-US" dirty="0" err="1"/>
              <a:t>절연시켜</a:t>
            </a:r>
            <a:r>
              <a:rPr kumimoji="1" lang="ko-KR" altLang="en-US" dirty="0"/>
              <a:t> 주는 역할을 하고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어떻게 </a:t>
            </a:r>
            <a:r>
              <a:rPr kumimoji="1" lang="ko-KR" altLang="en-US" dirty="0" err="1"/>
              <a:t>동작하냐면</a:t>
            </a:r>
            <a:r>
              <a:rPr kumimoji="1" lang="en-US" altLang="ko-KR" dirty="0"/>
              <a:t>:</a:t>
            </a:r>
          </a:p>
          <a:p>
            <a:r>
              <a:rPr kumimoji="1" lang="ko-KR" altLang="en-US" dirty="0"/>
              <a:t>내부 코일에 최소 </a:t>
            </a:r>
            <a:r>
              <a:rPr kumimoji="1" lang="en-US" altLang="ko-KR" dirty="0"/>
              <a:t>5A</a:t>
            </a:r>
            <a:r>
              <a:rPr kumimoji="1" lang="ko-KR" altLang="en-US" dirty="0"/>
              <a:t> 정도의 전류를 넣어 주면 스프링의 힘을 이기고 접점이 붙음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en-US" altLang="ko-KR" dirty="0"/>
              <a:t>200mA </a:t>
            </a:r>
            <a:r>
              <a:rPr kumimoji="1" lang="ko-KR" altLang="en-US" dirty="0"/>
              <a:t>이상 넣어 주면 유지 가능</a:t>
            </a:r>
            <a:endParaRPr kumimoji="1" lang="en-US" altLang="ko-KR" dirty="0"/>
          </a:p>
          <a:p>
            <a:r>
              <a:rPr kumimoji="1" lang="en-US" altLang="ko-KR" dirty="0"/>
              <a:t>Aux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통해 접점이 실제로 붙었는지 확인 가능한데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Normally Open </a:t>
            </a:r>
            <a:r>
              <a:rPr kumimoji="1" lang="ko-KR" altLang="en-US" dirty="0"/>
              <a:t>타입 </a:t>
            </a:r>
            <a:r>
              <a:rPr kumimoji="1" lang="en-US" altLang="ko-KR" dirty="0"/>
              <a:t>Aux</a:t>
            </a:r>
            <a:r>
              <a:rPr kumimoji="1" lang="ko-KR" altLang="en-US" dirty="0"/>
              <a:t>는 메인 접점이 붙으면 같이 붙어서 전류가 통하고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NC</a:t>
            </a:r>
            <a:r>
              <a:rPr kumimoji="1" lang="ko-KR" altLang="en-US" dirty="0"/>
              <a:t>타입은 그 반대</a:t>
            </a:r>
            <a:r>
              <a:rPr kumimoji="1" lang="en-US" altLang="ko-KR" dirty="0"/>
              <a:t>.</a:t>
            </a:r>
          </a:p>
          <a:p>
            <a:r>
              <a:rPr kumimoji="1" lang="en-US" altLang="ko-KR" dirty="0"/>
              <a:t>NO </a:t>
            </a:r>
            <a:r>
              <a:rPr kumimoji="1" lang="ko-KR" altLang="en-US" dirty="0"/>
              <a:t>타입이 접점이랑 같이 동작하니까 더 편할 거 같음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978BA5-E153-774A-8257-E88E1738900A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37214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978BA5-E153-774A-8257-E88E1738900A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76718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B0F578-683F-81A7-C52A-6FCA9031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3ED794-F2B4-FC46-A067-22ADFB682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B82D68-B421-8D10-A6C3-08459B9C2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694B-31D4-DC41-813B-AF379BBF2E0E}" type="datetimeFigureOut">
              <a:rPr kumimoji="1" lang="ko-KR" altLang="en-US" smtClean="0"/>
              <a:t>2026. 9. 16.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0C8ED4-676E-DBAB-CF04-0961C1730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7FD51B-4887-DACD-62C0-0C76C73C3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5008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293DB0-AC5C-E95B-0A28-ED5351EA2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58D608-9CCE-445B-94E4-7698D2D89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71AFC4-0090-4553-A911-1569CB409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694B-31D4-DC41-813B-AF379BBF2E0E}" type="datetimeFigureOut">
              <a:rPr kumimoji="1" lang="ko-KR" altLang="en-US" smtClean="0"/>
              <a:t>2026. 9. 16.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69BB44-1BFB-2A5B-C967-4C300D5D1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019D2E-D60F-CA64-31DE-A4613594D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36263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D7B546-D751-A4D5-31F0-534E81F81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EA98D0-F3AE-0D76-ADBE-D32D98CC8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3B888E-1BEF-2D98-F382-B4DFEA755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694B-31D4-DC41-813B-AF379BBF2E0E}" type="datetimeFigureOut">
              <a:rPr kumimoji="1" lang="ko-KR" altLang="en-US" smtClean="0"/>
              <a:t>2026. 9. 16.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97EAAE-D4C5-9F56-0E74-349FF414C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C99F15-B3CD-4D9F-6740-06487CCE6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53582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6CD294-E3B4-F423-2D45-DAFC8F72F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E288B4-C460-3FBC-E94D-6049D23E2B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663936C-B77B-DFCF-615B-53A009A108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8E77E7-24A3-4A72-E3B3-769372979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694B-31D4-DC41-813B-AF379BBF2E0E}" type="datetimeFigureOut">
              <a:rPr kumimoji="1" lang="ko-KR" altLang="en-US" smtClean="0"/>
              <a:t>2026. 9. 16.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F476687-61AE-3C72-5140-F58BAB0AF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57A9E1-FC9E-6E46-006A-FEB66A2C1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70779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8AAE23-AF62-82B0-1417-C9484AC00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60DF7F-F1BB-0C0C-D3D1-13501A695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9AC447-1119-F3E8-3B4A-2791215F5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B85DBC2-2BB7-0DA2-067B-7D0D19E9EF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6C8865-4BE6-F26C-04D9-70FF16F2A4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9E9ADA-A81C-56D0-D50C-332DB8919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694B-31D4-DC41-813B-AF379BBF2E0E}" type="datetimeFigureOut">
              <a:rPr kumimoji="1" lang="ko-KR" altLang="en-US" smtClean="0"/>
              <a:t>2026. 9. 16.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E284AA5-3DC4-6683-13FC-8F52EA1F5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3AA854D-2B3D-F643-A492-1A004D05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17950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BF5274-2FDC-ADCC-CA68-C8DC4B493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F311268-C9DA-78B4-9CFC-741529F16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694B-31D4-DC41-813B-AF379BBF2E0E}" type="datetimeFigureOut">
              <a:rPr kumimoji="1" lang="ko-KR" altLang="en-US" smtClean="0"/>
              <a:t>2026. 9. 16.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9C9292-C9F7-7C94-CE80-C0A0ACD25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3334DF-AAE1-3BF4-F982-5A81D0EA5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70339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C76EBCB-D626-2F03-58C9-BA4BCDD71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694B-31D4-DC41-813B-AF379BBF2E0E}" type="datetimeFigureOut">
              <a:rPr kumimoji="1" lang="ko-KR" altLang="en-US" smtClean="0"/>
              <a:t>2026. 9. 16.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442021F-3010-E1D2-E7E0-FCFC02532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16AB2B-9055-7EB6-EBEA-B654F989E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68318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09E94A-8B47-4E23-6A7F-1452E0A87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2D38E6-FBDA-A7C2-A1F7-91BBC5648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BF1E1C-5764-3F41-8CB8-681086D163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B1E860-A6F4-384E-1EEC-188EC1286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694B-31D4-DC41-813B-AF379BBF2E0E}" type="datetimeFigureOut">
              <a:rPr kumimoji="1" lang="ko-KR" altLang="en-US" smtClean="0"/>
              <a:t>2026. 9. 16.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D22DEC-3850-B2D9-55B0-9578D74F1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90D1FC-E839-E8B0-F91A-D5508F7ED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82177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22811-223E-60AB-775F-1186B5975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D24B8A-0D00-65FC-B1B5-78AAFAB051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3AC118-6AE8-F24F-26C3-1D90CB4D8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50D8C8-1036-2191-57F9-E98ED01CD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694B-31D4-DC41-813B-AF379BBF2E0E}" type="datetimeFigureOut">
              <a:rPr kumimoji="1" lang="ko-KR" altLang="en-US" smtClean="0"/>
              <a:t>2026. 9. 16.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5463D6-19C9-2DA9-1861-A70C6CCAD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43F56B-2726-2F0A-EE92-F71C4DDC8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76167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3417C2-31B2-73FF-35FC-D9A6A77D2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459FB72-E774-F67A-8E6B-7E6FCE8495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C298C0-CD3A-3C17-0040-1A04B6C1C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694B-31D4-DC41-813B-AF379BBF2E0E}" type="datetimeFigureOut">
              <a:rPr kumimoji="1" lang="ko-KR" altLang="en-US" smtClean="0"/>
              <a:t>2026. 9. 16.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4E41A6-5E81-3C6A-137B-110E941CF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189E42-9B89-8758-99AF-DF47431CD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53342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044B9F7-9521-0433-1653-05220F9D9A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113118F-8BE3-4333-9546-7B911F1FE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E1430C-C8FD-6002-FEE5-91ADAECFD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694B-31D4-DC41-813B-AF379BBF2E0E}" type="datetimeFigureOut">
              <a:rPr kumimoji="1" lang="ko-KR" altLang="en-US" smtClean="0"/>
              <a:t>2026. 9. 16.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6FA21E-8DE9-43D3-A0AD-EB104159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D98AC5-CCFE-E9BE-AB1C-C9896FBAE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70765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0FBFF90-A825-76CD-CEEB-9CED23164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EDB7A5-F03C-E8FB-1ADD-5971FA8CF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B1C00A-8A40-A79F-F505-34424A2E7A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52694B-31D4-DC41-813B-AF379BBF2E0E}" type="datetimeFigureOut">
              <a:rPr kumimoji="1" lang="ko-KR" altLang="en-US" smtClean="0"/>
              <a:t>2026. 9. 16.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94E100-9C04-53B5-6E4D-295AC8B4EE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528F77-0AF0-9792-3DA7-D57823965F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25CFC7C-9595-6920-B0A0-A7405408FD52}"/>
              </a:ext>
            </a:extLst>
          </p:cNvPr>
          <p:cNvSpPr/>
          <p:nvPr userDrawn="1"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0FA10A-9FE7-1EFE-2859-FF90C51E0BBB}"/>
              </a:ext>
            </a:extLst>
          </p:cNvPr>
          <p:cNvSpPr txBox="1"/>
          <p:nvPr userDrawn="1"/>
        </p:nvSpPr>
        <p:spPr>
          <a:xfrm>
            <a:off x="0" y="109685"/>
            <a:ext cx="2495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dirty="0">
                <a:solidFill>
                  <a:schemeClr val="bg1"/>
                </a:solidFill>
              </a:rPr>
              <a:t>26.09.17 </a:t>
            </a:r>
            <a:r>
              <a:rPr kumimoji="1" lang="ko-KR" altLang="en-US" sz="2400" dirty="0">
                <a:solidFill>
                  <a:schemeClr val="bg1"/>
                </a:solidFill>
              </a:rPr>
              <a:t>스터디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543EC9-7886-EA43-D0DE-F5D264FB1368}"/>
              </a:ext>
            </a:extLst>
          </p:cNvPr>
          <p:cNvSpPr txBox="1"/>
          <p:nvPr userDrawn="1"/>
        </p:nvSpPr>
        <p:spPr>
          <a:xfrm>
            <a:off x="3808207" y="109685"/>
            <a:ext cx="45755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400" dirty="0">
                <a:solidFill>
                  <a:schemeClr val="bg1"/>
                </a:solidFill>
              </a:rPr>
              <a:t>AIR, </a:t>
            </a:r>
            <a:r>
              <a:rPr kumimoji="1" lang="ko-KR" altLang="en-US" sz="2400" dirty="0" err="1">
                <a:solidFill>
                  <a:schemeClr val="bg1"/>
                </a:solidFill>
              </a:rPr>
              <a:t>프리차지</a:t>
            </a:r>
            <a:r>
              <a:rPr kumimoji="1" lang="en-US" altLang="ko-KR" sz="2400" dirty="0">
                <a:solidFill>
                  <a:schemeClr val="bg1"/>
                </a:solidFill>
              </a:rPr>
              <a:t>,</a:t>
            </a:r>
            <a:r>
              <a:rPr kumimoji="1" lang="ko-KR" altLang="en-US" sz="2400" dirty="0">
                <a:solidFill>
                  <a:schemeClr val="bg1"/>
                </a:solidFill>
              </a:rPr>
              <a:t> </a:t>
            </a:r>
            <a:r>
              <a:rPr kumimoji="1" lang="ko-KR" altLang="en-US" sz="2400" dirty="0" err="1">
                <a:solidFill>
                  <a:schemeClr val="bg1"/>
                </a:solidFill>
              </a:rPr>
              <a:t>디스차지</a:t>
            </a:r>
            <a:r>
              <a:rPr kumimoji="1" lang="en-US" altLang="ko-KR" sz="2400" dirty="0">
                <a:solidFill>
                  <a:schemeClr val="bg1"/>
                </a:solidFill>
              </a:rPr>
              <a:t>,</a:t>
            </a:r>
            <a:r>
              <a:rPr kumimoji="1" lang="ko-KR" altLang="en-US" sz="2400" dirty="0">
                <a:solidFill>
                  <a:schemeClr val="bg1"/>
                </a:solidFill>
              </a:rPr>
              <a:t> </a:t>
            </a:r>
            <a:r>
              <a:rPr kumimoji="1" lang="en-US" altLang="ko-KR" sz="2400" dirty="0">
                <a:solidFill>
                  <a:schemeClr val="bg1"/>
                </a:solidFill>
              </a:rPr>
              <a:t>TSMP</a:t>
            </a:r>
            <a:endParaRPr kumimoji="1"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8BEBC3-198F-2C72-2B45-737826FBF4B2}"/>
              </a:ext>
            </a:extLst>
          </p:cNvPr>
          <p:cNvSpPr txBox="1"/>
          <p:nvPr userDrawn="1"/>
        </p:nvSpPr>
        <p:spPr>
          <a:xfrm>
            <a:off x="9696226" y="109685"/>
            <a:ext cx="2495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ko-KR" altLang="en-US" sz="2400" dirty="0">
                <a:solidFill>
                  <a:schemeClr val="bg1"/>
                </a:solidFill>
              </a:rPr>
              <a:t>류보선</a:t>
            </a:r>
          </a:p>
        </p:txBody>
      </p:sp>
    </p:spTree>
    <p:extLst>
      <p:ext uri="{BB962C8B-B14F-4D97-AF65-F5344CB8AC3E}">
        <p14:creationId xmlns:p14="http://schemas.microsoft.com/office/powerpoint/2010/main" val="3896215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F0E037-3011-5D80-12BC-3F554AEE39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ko-KR" dirty="0"/>
              <a:t>9.17</a:t>
            </a:r>
            <a:r>
              <a:rPr kumimoji="1" lang="ko-KR" altLang="en-US" dirty="0"/>
              <a:t> 스터디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E0C34-4F89-7DA0-D992-2259771320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ko-KR" dirty="0"/>
              <a:t>TSMP, </a:t>
            </a:r>
            <a:r>
              <a:rPr kumimoji="1" lang="en-US" altLang="ko-KR" dirty="0" err="1"/>
              <a:t>Precharge</a:t>
            </a:r>
            <a:r>
              <a:rPr kumimoji="1" lang="en-US" altLang="ko-KR" dirty="0"/>
              <a:t>, Discharge, AIR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5716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5D162F-513B-D963-D5C7-1873F8594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AIR</a:t>
            </a:r>
            <a:r>
              <a:rPr kumimoji="1" lang="ko-KR" altLang="en-US" dirty="0"/>
              <a:t> </a:t>
            </a:r>
            <a:r>
              <a:rPr kumimoji="1" lang="en-US" altLang="ko-KR" dirty="0"/>
              <a:t>(Accumulator Isolation Relay)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63457F-F991-C498-5072-4796EC95C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/>
              <a:t>배터리 팩과 모터 절연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내부 </a:t>
            </a:r>
            <a:r>
              <a:rPr kumimoji="1" lang="ko-KR" altLang="en-US" dirty="0" err="1"/>
              <a:t>코일으로</a:t>
            </a:r>
            <a:r>
              <a:rPr kumimoji="1" lang="ko-KR" altLang="en-US" dirty="0"/>
              <a:t> 접점 붙임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Aux </a:t>
            </a:r>
            <a:r>
              <a:rPr kumimoji="1" lang="ko-KR" altLang="en-US" dirty="0"/>
              <a:t>리드로 상태 확인 </a:t>
            </a:r>
            <a:r>
              <a:rPr kumimoji="1" lang="en-US" altLang="ko-KR" dirty="0"/>
              <a:t>(NO, NC </a:t>
            </a:r>
            <a:r>
              <a:rPr kumimoji="1" lang="ko-KR" altLang="en-US" dirty="0"/>
              <a:t>확인</a:t>
            </a:r>
            <a:r>
              <a:rPr kumimoji="1" lang="en-US" altLang="ko-KR" dirty="0"/>
              <a:t>)</a:t>
            </a:r>
          </a:p>
          <a:p>
            <a:endParaRPr kumimoji="1" lang="ko-KR" altLang="en-US" dirty="0"/>
          </a:p>
        </p:txBody>
      </p:sp>
      <p:pic>
        <p:nvPicPr>
          <p:cNvPr id="6" name="그림 5" descr="EV200ADANA 1-1618002-1 | TE Connectivity EV200 Contactor, 24V Coil, 1-Pole,  500 A | RS">
            <a:extLst>
              <a:ext uri="{FF2B5EF4-FFF2-40B4-BE49-F238E27FC236}">
                <a16:creationId xmlns:a16="http://schemas.microsoft.com/office/drawing/2014/main" id="{2EA5BBA7-E717-7388-1C41-F06C38DE8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3543" y="2040718"/>
            <a:ext cx="4940752" cy="27765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F0B86F-9E47-DDC7-B310-DEAB6213C231}"/>
              </a:ext>
            </a:extLst>
          </p:cNvPr>
          <p:cNvSpPr txBox="1"/>
          <p:nvPr/>
        </p:nvSpPr>
        <p:spPr>
          <a:xfrm>
            <a:off x="8443004" y="4943124"/>
            <a:ext cx="3381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dirty="0" err="1"/>
              <a:t>Kilovac</a:t>
            </a:r>
            <a:r>
              <a:rPr lang="ko-KR" altLang="ko-KR" dirty="0"/>
              <a:t> EV200H1ANA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0807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778A2B-E4EC-CD64-3193-BE180309E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Precharge</a:t>
            </a:r>
            <a:r>
              <a:rPr kumimoji="1" lang="en-US" altLang="ko-KR" dirty="0"/>
              <a:t> - </a:t>
            </a:r>
            <a:r>
              <a:rPr kumimoji="1" lang="ko-KR" altLang="en-US" dirty="0"/>
              <a:t>돌입전류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E3E40C1-C6B0-E9DA-7D9F-AB3A3A6710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𝐶</m:t>
                    </m:r>
                    <m:f>
                      <m:f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𝑑𝑉</m:t>
                        </m:r>
                      </m:num>
                      <m:den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=커패시터 용량)</m:t>
                    </m:r>
                  </m:oMath>
                </a14:m>
                <a:endParaRPr kumimoji="1" lang="en-US" altLang="ko-KR" dirty="0"/>
              </a:p>
              <a:p>
                <a:endParaRPr kumimoji="1" lang="en-US" altLang="ko-KR" dirty="0"/>
              </a:p>
              <a:p>
                <a:endParaRPr kumimoji="1"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E3E40C1-C6B0-E9DA-7D9F-AB3A3A6710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85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118</Words>
  <Application>Microsoft Macintosh PowerPoint</Application>
  <PresentationFormat>와이드스크린</PresentationFormat>
  <Paragraphs>17</Paragraphs>
  <Slides>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Cambria Math</vt:lpstr>
      <vt:lpstr>Office 테마</vt:lpstr>
      <vt:lpstr>9.17 스터디</vt:lpstr>
      <vt:lpstr>AIR (Accumulator Isolation Relay)</vt:lpstr>
      <vt:lpstr>Precharge - 돌입전류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류보선</dc:creator>
  <cp:lastModifiedBy>류보선</cp:lastModifiedBy>
  <cp:revision>2</cp:revision>
  <dcterms:created xsi:type="dcterms:W3CDTF">2026-09-15T08:29:04Z</dcterms:created>
  <dcterms:modified xsi:type="dcterms:W3CDTF">2026-09-16T15:05:21Z</dcterms:modified>
</cp:coreProperties>
</file>